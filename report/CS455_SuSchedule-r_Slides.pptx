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7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8A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SuSchedule-r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49808" y="30632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retrieval-augmented, tool-using course-planning agent for Sabancı University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4114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455 / CS 555 — Large Language Models · Final Project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4526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an LLM in the real catalogue, prerequisite graph, degree requirements and weekly offerings.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a semester is a constraint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8203A"/>
                </a:solidFill>
              </a:rPr>
              <a:t>Students must satisfy several things at once: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3A"/>
                </a:solidFill>
              </a:rPr>
              <a:t>Unmet degree requirements  ·  prerequisite chains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8203A"/>
                </a:solidFill>
              </a:rPr>
              <a:t>Credit bounds (12–21 SU)  ·  workload balance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8203A"/>
                </a:solidFill>
              </a:rPr>
              <a:t>Non-overlapping weekly meeting times across sections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0" y="1737360"/>
            <a:ext cx="48463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0" y="1737360"/>
            <a:ext cx="82296" cy="3291840"/>
          </a:xfrm>
          <a:prstGeom prst="rect">
            <a:avLst/>
          </a:prstGeom>
          <a:solidFill>
            <a:srgbClr val="C43D36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18836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chatbots fail here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95160" y="2304288"/>
            <a:ext cx="44348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 fluently but unreliably: they hallucinate course codes, invent prerequisites, and cannot see your transcript or the term's real offerings.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principle: never let the model answer from memory when a data-backed tool or injected context can answer instead.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grounded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3566160"/>
          </a:xfrm>
          <a:prstGeom prst="rect">
            <a:avLst/>
          </a:prstGeom>
          <a:solidFill>
            <a:srgbClr val="00277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Semantic retriever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31546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RAG over 688 courses: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BGE-base bi-encoder + FAISS inner-product index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BGE cross-encoder re-ranker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pre-filters: eligible set, subject, season, level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737360"/>
            <a:ext cx="82296" cy="3566160"/>
          </a:xfrm>
          <a:prstGeom prst="rect">
            <a:avLst/>
          </a:prstGeom>
          <a:solidFill>
            <a:srgbClr val="1C47A8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83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Tool-using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304288"/>
            <a:ext cx="31546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 on GPT-4o with 21 tools: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 + requirement lookups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retrieval, prereq checks, minor tracking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timetable build + get-current-schedule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profile/term/date injected into context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737360"/>
            <a:ext cx="82296" cy="3566160"/>
          </a:xfrm>
          <a:prstGeom prst="rect">
            <a:avLst/>
          </a:prstGeom>
          <a:solidFill>
            <a:srgbClr val="C08A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883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Web UI + builder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304288"/>
            <a:ext cx="31546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vanilla JS: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advisor (left)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schedule builder (right)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calendar grid, live conflict detection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Check-Schedule -&gt; agent review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light/dark, Sabancı-branded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grounded in university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8483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in the catalogue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08483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4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721 / 729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9443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 graph nodes / edges (a verified DAG)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08483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8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9443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parse coverage (426 expressions, 0 fails)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084832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8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9443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 wired to real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· prerequisite DAG · per-(program, cohort) degree graphs · per-term section offerings with weekly meeting times · the student's own transcript &amp; official Degree Evaluation.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your week, see conflicts instantly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03A"/>
                </a:solidFill>
              </a:rPr>
              <a:t>Add courses by code → real sections are fetched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03A"/>
                </a:solidFill>
              </a:rPr>
              <a:t>Mon–Fri calendar: colour-coded, lane-split blocks with room labels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03A"/>
                </a:solidFill>
              </a:rPr>
              <a:t>Overlaps render side-by-side with red conflict rings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03A"/>
                </a:solidFill>
              </a:rPr>
              <a:t>“Check Schedule” → agent reviews conflicts, credit load &amp; fit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8203A"/>
                </a:solidFill>
              </a:rPr>
              <a:t>Conflicts are computed server-side — so the agent's critique is grounded too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297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0" y="1783080"/>
            <a:ext cx="82296" cy="3200400"/>
          </a:xfrm>
          <a:prstGeom prst="rect">
            <a:avLst/>
          </a:prstGeom>
          <a:solidFill>
            <a:srgbClr val="C08A3A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9293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design: the proxy term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43800" y="2350008"/>
            <a:ext cx="38862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2026–2027 has no published offerings yet, so the builder schedules against the most recent same-season term as a proxy.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states clearly that days/times are indicative and CRNs/section numbers will differ from real registration.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reproducible evaluations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1600200"/>
          </a:xfrm>
          <a:prstGeom prst="rect">
            <a:avLst/>
          </a:prstGeom>
          <a:solidFill>
            <a:srgbClr val="00277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labelled queries with gold course codes → Hit@k, Recall@k, MRR, nDCG, plus a re-ranker ablation.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737360"/>
            <a:ext cx="82296" cy="1600200"/>
          </a:xfrm>
          <a:prstGeom prst="rect">
            <a:avLst/>
          </a:prstGeom>
          <a:solidFill>
            <a:srgbClr val="1C47A8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836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Time-conflict detection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304288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labelled meeting pairs (boundary cases) + soundness of the backtracking scheduler on real bundles.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20440"/>
            <a:ext cx="82296" cy="1600200"/>
          </a:xfrm>
          <a:prstGeom prst="rect">
            <a:avLst/>
          </a:prstGeom>
          <a:solidFill>
            <a:srgbClr val="1F8F6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requirements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087368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Banner Degree Evaluation (per-section SU credits) as ground truth vs. the graph engine.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520440"/>
            <a:ext cx="82296" cy="1600200"/>
          </a:xfrm>
          <a:prstGeom prst="rect">
            <a:avLst/>
          </a:prstGeom>
          <a:solidFill>
            <a:srgbClr val="C08A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6667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agent (live)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087368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 with checkable gold facts through the full ReAct agent; grounding, latency, tokens, tool calls.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sets are small and high-precision — results are indicative; all numbers reproduce from eval/.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Retrieval: strong — and a surprise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9339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8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8529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Hit@5 (a gold course in the top 5, every query)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99339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11880" y="28529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 (gold courses recovered)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9339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4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37960" y="28529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MRR@10 (rank of first gold)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0" y="182880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26880" y="1828800"/>
            <a:ext cx="82296" cy="1737360"/>
          </a:xfrm>
          <a:prstGeom prst="rect">
            <a:avLst/>
          </a:prstGeom>
          <a:solidFill>
            <a:srgbClr val="C43D36"/>
          </a:solidFill>
          <a:ln/>
        </p:spPr>
      </p:sp>
      <p:sp>
        <p:nvSpPr>
          <p:cNvPr id="15" name="Text 13"/>
          <p:cNvSpPr/>
          <p:nvPr/>
        </p:nvSpPr>
        <p:spPr>
          <a:xfrm>
            <a:off x="9555480" y="19751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55480" y="2395728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cross-encoder re-ranker slightly HURT every metric.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 ablation:  </a:t>
            </a:r>
            <a:pPr indent="0" marL="0">
              <a:buNone/>
            </a:pPr>
            <a:r>
              <a:rPr lang="en-US" sz="140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Hit@1 0.97 (off) vs 0.91 (on) · MRR 0.985 vs 0.956.  </a:t>
            </a:r>
            <a:pPr indent="0" marL="0">
              <a:buNone/>
            </a:pPr>
            <a:r>
              <a:rPr lang="en-US" sz="1400" i="1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short topical queries the bi-encoder already ranks the exact match first; the re-ranker occasionally demotes it. Bi-encoder-only is the better default.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Conflicts sound, answers grounded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8483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8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conflict-pair accuracy (12 labelled cases)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08483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8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9443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unsound schedules (scheduler never overlaps)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08483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9443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answers correctly grounded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084832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4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 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9443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 · ~6.2k tokens / question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questions trigger an explicit lookup tool call; the agent's answers contained the correct catalogue facts with no hallucinations.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didn't work (honestly)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3383280"/>
          </a:xfrm>
          <a:prstGeom prst="rect">
            <a:avLst/>
          </a:prstGeom>
          <a:solidFill>
            <a:srgbClr val="C43D3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 doesn't help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31546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cross-encoder reduced every retrieval metric on short queries and adds ~0.5 s latency.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bi-encoder-only by default; keep the re-ranker behind a flag for ambiguous queries.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737360"/>
            <a:ext cx="82296" cy="3383280"/>
          </a:xfrm>
          <a:prstGeom prst="rect">
            <a:avLst/>
          </a:prstGeom>
          <a:solidFill>
            <a:srgbClr val="C08A3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83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over-count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304288"/>
            <a:ext cx="31546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7 SU required left (incl. MATH 212). Official audit: 3 SU left.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an accepted MATH 201+202 substitution the degree graph doesn't treat as equivalent.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a course-equivalence table.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2E5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737360"/>
            <a:ext cx="82296" cy="3383280"/>
          </a:xfrm>
          <a:prstGeom prst="rect">
            <a:avLst/>
          </a:prstGeom>
          <a:solidFill>
            <a:srgbClr val="1C47A8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883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Proxy-term caveat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304288"/>
            <a:ext cx="31546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term has no offerings, so times come from a proxy term — CRNs won't match real registration, and some bundles look infeasible.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8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ingest real offerings once published.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7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8A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424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8EEFA"/>
                </a:solidFill>
              </a:rPr>
              <a:t>Grounding works: Hit@5 = 1.00, a provably sound conflict checker, 8/8 grounded answers.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8EEFA"/>
                </a:solidFill>
              </a:rPr>
              <a:t>Negative results matter: drop the re-ranker, add course equivalences, ingest real offerings.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EEFA"/>
                </a:solidFill>
              </a:rPr>
              <a:t>Reproducible end-to-end: README + eval/ harness regenerate every number in the report.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solidFill>
            <a:srgbClr val="1C47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eval.run_retrieval | run_conflicts | run_requirements | run_agent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2026-06-03T06:42:11Z</dcterms:created>
  <dcterms:modified xsi:type="dcterms:W3CDTF">2026-06-03T06:42:11Z</dcterms:modified>
</cp:coreProperties>
</file>